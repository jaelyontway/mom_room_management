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分房算法：问题与改进方案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BDD7EE"/>
                </a:solidFill>
                <a:latin typeface="Microsoft YaHei"/>
                <a:ea typeface="Microsoft YaHei"/>
                <a:cs typeface="Microsoft YaHei"/>
              </a:rPr>
              <a:t>现状：贪心 + 补丁    vs    改进：整体求解器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8EA9C9"/>
                </a:solidFill>
                <a:latin typeface="Microsoft YaHei"/>
                <a:ea typeface="Microsoft YaHei"/>
                <a:cs typeface="Microsoft YaHei"/>
              </a:rPr>
              <a:t>MoM Spa 房间管理系统 · 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现在的算法：贪心（Greedy）+ 补丁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48840" cy="210312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① 排序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预约按开始时间
一张一张处理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1371600"/>
            <a:ext cx="2148840" cy="210312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② 贪心分房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每张立刻挑
“当下最好”的房
不回头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371600"/>
            <a:ext cx="2148840" cy="21031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③ 重平衡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情侣没房时
试着挪 1–2 个单人
腾出双人房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2148840" cy="21031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④ 冲突清理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两两检查重叠
删掉“受害者”
的分配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371600"/>
            <a:ext cx="2148840" cy="21031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⑤ 事后修复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被删的预约
再试一次分房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红色 3 步全是“出错后的补救”</a:t>
            </a:r>
            <a:r>
              <a:rPr sz="16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——补丁只覆盖作者见过的场景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11064240" cy="155448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关键特征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只看眼前这一单，不考虑后面还有谁要来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分错了靠“挪一挪”补救，补救能力有限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代码位置：app/room_assigner.py 的 assign_rooms（约 1300 行）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两个关键概念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420624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贪心算法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想象前台一张一张收预约单：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每拿到一张，立刻给它挑当下最好的房间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挑完就不回头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问题：2 点把情侣房给了单人客，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3 点情侣来了就没房——眼前的决定堵死后面的路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371600"/>
            <a:ext cx="5394960" cy="42062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深度受限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发现情侣没房后，代码会“挪人”补救：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E8449"/>
                </a:solidFill>
                <a:latin typeface="Microsoft YaHei"/>
                <a:ea typeface="Microsoft YaHei"/>
                <a:cs typeface="Microsoft YaHei"/>
              </a:rPr>
              <a:t>• 挪 1 个人腾房 → 能做到 ✓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E8449"/>
                </a:solidFill>
                <a:latin typeface="Microsoft YaHei"/>
                <a:ea typeface="Microsoft YaHei"/>
                <a:cs typeface="Microsoft YaHei"/>
              </a:rPr>
              <a:t>• 连着挪 2 个人 → 能做到 ✓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• 需要挪 3 个人 → 代码没写，直接放弃 ✗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“深度”= 最多连着挪几个人。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写死为 2，超过 2 步的解法算法“看不见”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结果：明明有可行方案，屏幕上还是 UNASSIGNED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错误案例 1：5 号房明明空着，却显示 UNASSIGNED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起因：Square 传来的时间戳差了 2 秒</a:t>
            </a: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（上一单 4:00:02 结束，下一单 4:00:00 开始）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1064240" cy="868680"/>
          </a:xfrm>
          <a:prstGeom prst="roundRect">
            <a:avLst/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8449"/>
                </a:solidFill>
                <a:latin typeface="Microsoft YaHei"/>
                <a:ea typeface="Microsoft YaHei"/>
                <a:cs typeface="Microsoft YaHei"/>
              </a:rPr>
              <a:t>① 贪心分房    </a:t>
            </a: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情侣 4:00–5:00 正常分到 5 号房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24912"/>
            <a:ext cx="11064240" cy="86868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② 冲突检查    </a:t>
            </a: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严格比较时间戳 → 误判“重叠了 2 秒” → 报告 5 号房超售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12464"/>
            <a:ext cx="11064240" cy="86868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③ 冲突清理    </a:t>
            </a: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删掉情侣的分配 → 情侣变成 UNASSIGNED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00016"/>
            <a:ext cx="11064240" cy="86868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④ 事后修复    </a:t>
            </a: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修复条件不满足、没救回来 → 5 号房整段空着，情侣却无房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79008"/>
            <a:ext cx="11064240" cy="91440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根源：</a:t>
            </a: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“先分 → 再查 → 再删 → 再救”四道工序各管各的，任何两处对“忙/闲”判断不一致，就会自己推翻自己的正确结果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错误案例 2：有解，但算法“看不见”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554480"/>
              </a:tblGrid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预约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贪心分到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单人 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2:00–3:00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号房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单人 S2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2:00–3:15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号房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单人 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2:30–3:30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号房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情侣 C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3:00–4:00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无房 ✗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79476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6 号房被经理锁定；1、3 号房整下午已占用；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02D 需要 0+2 同时空，也不可用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88720"/>
            <a:ext cx="5394960" cy="23774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补救过程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挪 1 步：S1 换房 → 没有空房，失败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挪 2 步：先挪 S2 给 S1 让位 → S2 也没处去，失败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• 挪 3 步：代码没有这个分支 → 直接放弃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3794760"/>
            <a:ext cx="5394960" cy="2286000"/>
          </a:xfrm>
          <a:prstGeom prst="roundRect">
            <a:avLst/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E8449"/>
                </a:solidFill>
                <a:latin typeface="Microsoft YaHei"/>
                <a:ea typeface="Microsoft YaHei"/>
                <a:cs typeface="Microsoft YaHei"/>
              </a:rPr>
              <a:t>其实存在的解（需要 3 步）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① S3：4 号房 → 0 号房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② S2：2 号房 → 4 号房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③ S1：5 号房 → 2 号房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8449"/>
                </a:solidFill>
                <a:latin typeface="Microsoft YaHei"/>
                <a:ea typeface="Microsoft YaHei"/>
                <a:cs typeface="Microsoft YaHei"/>
              </a:rPr>
              <a:t>④ 情侣 C 进 5 号房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问题的共同根源：补丁摞补丁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064240" cy="14173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每个补丁只覆盖“见过的事故”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 秒容差、最多挪 2 步、1 小时 lookahead——这些常量都是针对具体事故调出来的，新场景一来又漏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71800"/>
            <a:ext cx="11064240" cy="14173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占用状态有 4 份，各管各的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贪心、重平衡、冲突清理、修复各自维护一份“哪个房什么时候忙”，任何细微出入就互相矛盾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4173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bug 偶发、反复出现；每修一次代码更厚（assign_rooms 已约 1300 行），下一个补丁更容易踩到上一个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改进方案：求解器 —— 一次算出全天方案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64240" cy="1371600"/>
          </a:xfrm>
          <a:prstGeom prst="roundRect">
            <a:avLst/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E8449"/>
                </a:solidFill>
                <a:latin typeface="Microsoft YaHei"/>
                <a:ea typeface="Microsoft YaHei"/>
                <a:cs typeface="Microsoft YaHei"/>
              </a:rPr>
              <a:t>核心思路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不再一张一张处理。把全天所有预约摊在桌上，像拼拼图一样，一次性整体规划出大家都有房的完整方案。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5394960" cy="310896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规则写成“约束”，写一次就够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同一间房时间不能重叠（含 2 秒容差）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踩背只能用 1 / 3 / 4 号房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经理手动指定、已开始的预约不许动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02D 需要 0 + 2 同时空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房间优先级、尽量不动上次的分配（软目标）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834640"/>
            <a:ext cx="5394960" cy="3108960"/>
          </a:xfrm>
          <a:prstGeom prst="roundRect">
            <a:avLst/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8449"/>
                </a:solidFill>
                <a:latin typeface="Microsoft YaHei"/>
                <a:ea typeface="Microsoft YaHei"/>
                <a:cs typeface="Microsoft YaHei"/>
              </a:rPr>
              <a:t>为什么能根治 bug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8449"/>
                </a:solidFill>
                <a:latin typeface="Microsoft YaHei"/>
                <a:ea typeface="Microsoft YaHei"/>
                <a:cs typeface="Microsoft YaHei"/>
              </a:rPr>
              <a:t>• 只要存在可行方案，保证找到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——不存在“挪几步”的限制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一道工序出方案，天然无冲突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——没有“分了再删再救”的流水线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• 7 间房、几十单/天 → 毫秒级算完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（回溯搜索或 Google OR-Tools CP-SAT）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新旧对比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43400"/>
                <a:gridCol w="4343400"/>
              </a:tblGrid>
              <a:tr h="746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现状：贪心 + 补丁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改进：求解器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746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决策方式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一单一单，只看眼前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E8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全天整体规划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</a:tr>
              <a:tr h="746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出错补救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手写补丁，最多挪 2 步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E8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不需要补救——方案天然无冲突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</a:tr>
              <a:tr h="746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“有房却 UNASSIGNED”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偶发、反复出现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E8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结构上不可能发生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</a:tr>
              <a:tr h="746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有解保证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没有（贪心可能漏）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E8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有解必找到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</a:tr>
              <a:tr h="746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1300 行、4 道工序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E84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约束写一次，可删掉 3 大段补丁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落地三步（每步都可单独验收）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064240" cy="1417320"/>
          </a:xfrm>
          <a:prstGeom prst="roundRect">
            <a:avLst/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E8449"/>
                </a:solidFill>
                <a:latin typeface="Microsoft YaHei"/>
                <a:ea typeface="Microsoft YaHei"/>
                <a:cs typeface="Microsoft YaHei"/>
              </a:rPr>
              <a:t>第 1 步：先补测试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用 debugging/ 里真实出错日的数据做 pytest 用例（单人、情侣、02D、锁定、踩背、Room 5 bug 复现日），把现有正确行为“锁住”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71800"/>
            <a:ext cx="11064240" cy="1417320"/>
          </a:xfrm>
          <a:prstGeom prst="roundRect">
            <a:avLst/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E8449"/>
                </a:solidFill>
                <a:latin typeface="Microsoft YaHei"/>
                <a:ea typeface="Microsoft YaHei"/>
                <a:cs typeface="Microsoft YaHei"/>
              </a:rPr>
              <a:t>第 2 步：抽离求解逻辑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从 assign_rooms 里抽出纯算法：输入 = 预约列表 + 锁定集合，输出 = 分配方案；数据库读写留在外面。顺手解决优先级列表在两个文件重复维护的问题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417320"/>
          </a:xfrm>
          <a:prstGeom prst="roundRect">
            <a:avLst/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/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E8449"/>
                </a:solidFill>
                <a:latin typeface="Microsoft YaHei"/>
                <a:ea typeface="Microsoft YaHei"/>
                <a:cs typeface="Microsoft YaHei"/>
              </a:rPr>
              <a:t>第 3 步：替换核心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用求解器替换贪心核心，跑同一套测试对比结果，确认无回归后切换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